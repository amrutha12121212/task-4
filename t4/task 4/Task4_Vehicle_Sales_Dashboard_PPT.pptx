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24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10387963" y="5038579"/>
            <a:ext cx="1892949" cy="1725637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20726" y="776289"/>
            <a:ext cx="10750549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720726" y="2250280"/>
            <a:ext cx="10750549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828800" y="6012657"/>
            <a:ext cx="77216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828800" y="5650705"/>
            <a:ext cx="77216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189663" y="5752308"/>
            <a:ext cx="67056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82808"/>
            <a:ext cx="109728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88608" y="6480048"/>
            <a:ext cx="2844800" cy="301752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480970"/>
            <a:ext cx="5680075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9379" y="7035"/>
            <a:ext cx="12173243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10387963" y="93786"/>
            <a:ext cx="1892949" cy="1725637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4176" y="6477000"/>
            <a:ext cx="2844800" cy="3048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92501" y="6480970"/>
            <a:ext cx="5680075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68075" y="809625"/>
            <a:ext cx="670560" cy="300831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8625059" y="9381"/>
            <a:ext cx="3563815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5"/>
            <a:ext cx="12182621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1465"/>
            <a:ext cx="9652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633536"/>
            <a:ext cx="51816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22438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22438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4800" cy="301752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9600" y="6480969"/>
            <a:ext cx="5680075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19360" y="6480969"/>
            <a:ext cx="670560" cy="301752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931" y="290732"/>
            <a:ext cx="14224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0008" y="290732"/>
            <a:ext cx="774699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820008" y="3427124"/>
            <a:ext cx="774699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696307" y="290732"/>
            <a:ext cx="9144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6307" y="3427124"/>
            <a:ext cx="9144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0736" cy="301752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9600" y="6480969"/>
            <a:ext cx="5681472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119360" y="6483096"/>
            <a:ext cx="670560" cy="301752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88608" y="6480969"/>
            <a:ext cx="2844800" cy="301752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600" y="6481891"/>
            <a:ext cx="5680075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119360" y="6480969"/>
            <a:ext cx="670560" cy="301752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367664"/>
            <a:ext cx="12192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514475" y="367664"/>
            <a:ext cx="32512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868333" y="320040"/>
            <a:ext cx="7034784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71968" y="6556248"/>
            <a:ext cx="2844800" cy="301752"/>
          </a:xfrm>
        </p:spPr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14475" y="6556248"/>
            <a:ext cx="6857493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14101" y="6556248"/>
            <a:ext cx="670560" cy="301752"/>
          </a:xfrm>
        </p:spPr>
        <p:txBody>
          <a:bodyPr/>
          <a:lstStyle>
            <a:lvl1pPr>
              <a:defRPr sz="9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8" y="150896"/>
            <a:ext cx="12192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17649" y="373966"/>
            <a:ext cx="9777984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0" y="5867400"/>
            <a:ext cx="9777984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44256" y="6556248"/>
            <a:ext cx="2804160" cy="301752"/>
          </a:xfrm>
        </p:spPr>
        <p:txBody>
          <a:bodyPr/>
          <a:lstStyle>
            <a:lvl1pPr>
              <a:defRPr sz="900"/>
            </a:lvl1pPr>
          </a:lstStyle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60576" y="6557169"/>
            <a:ext cx="6597429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56256" y="6556248"/>
            <a:ext cx="487680" cy="301752"/>
          </a:xfrm>
        </p:spPr>
        <p:txBody>
          <a:bodyPr/>
          <a:lstStyle>
            <a:lvl1pPr algn="ctr">
              <a:defRPr sz="9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381000"/>
            <a:ext cx="2540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9379" y="14069"/>
            <a:ext cx="12173243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5"/>
            <a:ext cx="12182621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8625059" y="4948410"/>
            <a:ext cx="3563815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882808"/>
            <a:ext cx="109728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388608" y="6480969"/>
            <a:ext cx="28448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481891"/>
            <a:ext cx="5680075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119360" y="6480969"/>
            <a:ext cx="67056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VEHICLE SALES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Data Analyst Internship – Task 4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Dashboard </a:t>
            </a:r>
            <a:r>
              <a:rPr dirty="0" smtClean="0"/>
              <a:t>Design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lang="en-IN" dirty="0" smtClean="0"/>
              <a:t>Name:</a:t>
            </a:r>
            <a:r>
              <a:rPr dirty="0" err="1" smtClean="0"/>
              <a:t>Amrutha</a:t>
            </a:r>
            <a:r>
              <a:rPr dirty="0" smtClean="0"/>
              <a:t> </a:t>
            </a:r>
            <a:r>
              <a:rPr dirty="0"/>
              <a:t>M R</a:t>
            </a:r>
          </a:p>
          <a:p>
            <a:pPr>
              <a:spcAft>
                <a:spcPts val="1000"/>
              </a:spcAft>
              <a:defRPr sz="2000"/>
            </a:pPr>
            <a:r>
              <a:rPr lang="en-IN" dirty="0" smtClean="0"/>
              <a:t>College:</a:t>
            </a:r>
            <a:r>
              <a:rPr dirty="0" smtClean="0"/>
              <a:t>JNNCE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Objective: Design an interactive dashboard for business stakeholders.</a:t>
            </a:r>
          </a:p>
          <a:p>
            <a:pPr>
              <a:spcAft>
                <a:spcPts val="1000"/>
              </a:spcAft>
              <a:defRPr sz="2000"/>
            </a:pPr>
            <a:r>
              <a:t>Dataset: Vehicle sales data.</a:t>
            </a:r>
          </a:p>
          <a:p>
            <a:pPr>
              <a:spcAft>
                <a:spcPts val="1000"/>
              </a:spcAft>
              <a:defRPr sz="2000"/>
            </a:pPr>
            <a:r>
              <a:t>Tool: Microsoft Power BI.</a:t>
            </a:r>
          </a:p>
          <a:p>
            <a:pPr>
              <a:spcAft>
                <a:spcPts val="1000"/>
              </a:spcAft>
              <a:defRPr sz="2000"/>
            </a:pPr>
            <a:r>
              <a:t>Focus: Sales performance, vehicle characteristics and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99032"/>
          </a:xfrm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Key Performance Indicators: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Total Sales: approximately 7.6B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Average Selling Price: approximately 13.61K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• Average Odometer: vehicle mileage </a:t>
            </a:r>
            <a:r>
              <a:rPr dirty="0" smtClean="0"/>
              <a:t>indicator</a:t>
            </a: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Charts include sales by brand, sales trend, condition, vehicle type and year.</a:t>
            </a:r>
          </a:p>
        </p:txBody>
      </p:sp>
      <p:pic>
        <p:nvPicPr>
          <p:cNvPr id="5" name="Picture 4" descr="Screenshot 2026-09-05 134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35" y="3607217"/>
            <a:ext cx="7911548" cy="31184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Sales can be compared across different vehicle brands.</a:t>
            </a:r>
          </a:p>
          <a:p>
            <a:pPr>
              <a:spcAft>
                <a:spcPts val="1000"/>
              </a:spcAft>
              <a:defRPr sz="2000"/>
            </a:pPr>
            <a:r>
              <a:t>• The sales trend shows how vehicle sales vary over time.</a:t>
            </a:r>
          </a:p>
          <a:p>
            <a:pPr>
              <a:spcAft>
                <a:spcPts val="1000"/>
              </a:spcAft>
              <a:defRPr sz="2000"/>
            </a:pPr>
            <a:r>
              <a:t>• Vehicle condition can be compared using selling price.</a:t>
            </a:r>
          </a:p>
          <a:p>
            <a:pPr>
              <a:spcAft>
                <a:spcPts val="1000"/>
              </a:spcAft>
              <a:defRPr sz="2000"/>
            </a:pPr>
            <a:r>
              <a:t>• Different vehicle types contribute differently to overall sales.</a:t>
            </a:r>
          </a:p>
          <a:p>
            <a:pPr>
              <a:spcAft>
                <a:spcPts val="1000"/>
              </a:spcAft>
              <a:defRPr sz="2000"/>
            </a:pPr>
            <a:r>
              <a:t>• Year-wise analysis helps identify changes in sales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The Vehicle Sales Dashboard provides a clear visual summary of sales performance.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Power BI visuals make it easier to compare brands, vehicle types, condition and yearly </a:t>
            </a:r>
            <a:r>
              <a:rPr dirty="0" smtClean="0"/>
              <a:t>trends.</a:t>
            </a:r>
            <a:endParaRPr lang="en-IN" dirty="0" smtClean="0"/>
          </a:p>
          <a:p>
            <a:pPr>
              <a:spcAft>
                <a:spcPts val="1000"/>
              </a:spcAft>
              <a:defRPr sz="2000"/>
            </a:pPr>
            <a:r>
              <a:rPr dirty="0" smtClean="0"/>
              <a:t>The </a:t>
            </a:r>
            <a:r>
              <a:rPr dirty="0"/>
              <a:t>dashboard can support business stakeholders in understanding vehicle sales patterns.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5</TotalTime>
  <Words>192</Words>
  <Application>Microsoft Office PowerPoint</Application>
  <PresentationFormat>Custom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Verve</vt:lpstr>
      <vt:lpstr>Slide 1</vt:lpstr>
      <vt:lpstr>Slide 2</vt:lpstr>
      <vt:lpstr>Slide 3</vt:lpstr>
      <vt:lpstr>Slide 4</vt:lpstr>
      <vt:lpstr>Slide 5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a</cp:lastModifiedBy>
  <cp:revision>2</cp:revision>
  <dcterms:created xsi:type="dcterms:W3CDTF">2013-01-27T09:14:16Z</dcterms:created>
  <dcterms:modified xsi:type="dcterms:W3CDTF">2026-09-05T08:21:29Z</dcterms:modified>
  <cp:category/>
</cp:coreProperties>
</file>